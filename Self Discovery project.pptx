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CC9105-0D45-45FA-B78D-E02AE71BF916}" v="2134" dt="2022-06-14T08:49:11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SELF DISCOVERY CHECKPOINT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3F707-2E38-B7F7-1CD6-CAE73866E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ea typeface="+mj-lt"/>
                <a:cs typeface="+mj-lt"/>
              </a:rPr>
              <a:t>Name your 3 main technical skills and support them with arguments.</a:t>
            </a:r>
            <a:endParaRPr lang="en-US" sz="2800" b="1" u="sng"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69E38-90B3-CF8E-7B13-0AA5FBC72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b="1" dirty="0">
                <a:cs typeface="Calibri"/>
              </a:rPr>
              <a:t>Programming Skills: </a:t>
            </a:r>
            <a:r>
              <a:rPr lang="en-US" dirty="0">
                <a:cs typeface="Calibri"/>
              </a:rPr>
              <a:t>I am able to make use of programming languages like JavaScript and implement it into the Full stack web development.</a:t>
            </a:r>
            <a:endParaRPr lang="en-US"/>
          </a:p>
          <a:p>
            <a:pPr marL="514350" indent="-514350">
              <a:buAutoNum type="arabicPeriod"/>
            </a:pPr>
            <a:r>
              <a:rPr lang="en-US" b="1" dirty="0"/>
              <a:t>Project management skills: </a:t>
            </a:r>
            <a:r>
              <a:rPr lang="en-US" dirty="0">
                <a:ea typeface="+mn-lt"/>
                <a:cs typeface="+mn-lt"/>
              </a:rPr>
              <a:t>I am able to handle teams of people and resources including task management, project planning, risk management and budget planning.</a:t>
            </a:r>
            <a:endParaRPr lang="en-US" dirty="0">
              <a:cs typeface="Calibri"/>
            </a:endParaRPr>
          </a:p>
          <a:p>
            <a:pPr marL="514350" indent="-514350">
              <a:buAutoNum type="arabicPeriod"/>
            </a:pPr>
            <a:r>
              <a:rPr lang="en-US" b="1" dirty="0"/>
              <a:t>Productivity Software: I</a:t>
            </a:r>
            <a:r>
              <a:rPr lang="en-US" dirty="0">
                <a:ea typeface="+mn-lt"/>
                <a:cs typeface="+mn-lt"/>
              </a:rPr>
              <a:t> have a knowledge of basic productivity software such as Microsoft Office Suite, Google Drive( sheets, Docs, etc.), Conference calling software (Zoom, Skype, GoToMeeting) and more.</a:t>
            </a:r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87722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3F707-2E38-B7F7-1CD6-CAE73866E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ea typeface="+mj-lt"/>
                <a:cs typeface="+mj-lt"/>
              </a:rPr>
              <a:t>Name your 3 main generic skills and support them with arguments.</a:t>
            </a:r>
            <a:endParaRPr lang="en-US" b="1" u="sng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69E38-90B3-CF8E-7B13-0AA5FBC72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b="1" dirty="0"/>
              <a:t>Communication Skills</a:t>
            </a:r>
            <a:r>
              <a:rPr lang="en-US" b="1" dirty="0">
                <a:cs typeface="Calibri" panose="020F0502020204030204"/>
              </a:rPr>
              <a:t>:</a:t>
            </a:r>
            <a:r>
              <a:rPr lang="en-US" dirty="0">
                <a:cs typeface="Calibri" panose="020F0502020204030204"/>
              </a:rPr>
              <a:t> I can </a:t>
            </a:r>
            <a:r>
              <a:rPr lang="en-US" dirty="0">
                <a:ea typeface="+mn-lt"/>
                <a:cs typeface="+mn-lt"/>
              </a:rPr>
              <a:t>effectively communicate and express myself clearly and also listen to what others have to say. I am an active listener, I take note of body language and I am friendly.</a:t>
            </a:r>
            <a:endParaRPr lang="en-US" dirty="0">
              <a:cs typeface="Calibri" panose="020F0502020204030204"/>
            </a:endParaRPr>
          </a:p>
          <a:p>
            <a:pPr marL="514350" indent="-514350">
              <a:buAutoNum type="arabicPeriod"/>
            </a:pPr>
            <a:r>
              <a:rPr lang="en-US" b="1" dirty="0"/>
              <a:t>Adaptable: </a:t>
            </a:r>
            <a:r>
              <a:rPr lang="en-US" dirty="0">
                <a:ea typeface="+mn-lt"/>
                <a:cs typeface="+mn-lt"/>
              </a:rPr>
              <a:t>I am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able to learn new skills and behaviors in response to changing circumstances. </a:t>
            </a:r>
          </a:p>
          <a:p>
            <a:pPr marL="514350" indent="-514350">
              <a:buAutoNum type="arabicPeriod"/>
            </a:pPr>
            <a:r>
              <a:rPr lang="en-US" b="1" dirty="0"/>
              <a:t>Emotional Intelligence: </a:t>
            </a:r>
            <a:r>
              <a:rPr lang="en-US" dirty="0">
                <a:ea typeface="+mn-lt"/>
                <a:cs typeface="+mn-lt"/>
              </a:rPr>
              <a:t>I can recognize, understand and manage my own emotions, while also recognizing, understanding and influencing the emotions of others. I do not let my emotions make decisions for me.</a:t>
            </a:r>
          </a:p>
          <a:p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7926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3F707-2E38-B7F7-1CD6-CAE73866E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ea typeface="+mj-lt"/>
                <a:cs typeface="+mj-lt"/>
              </a:rPr>
              <a:t>Name 3 of your main values and 3 of your main anti-values.</a:t>
            </a:r>
            <a:endParaRPr lang="en-US" b="1" u="sng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69E38-90B3-CF8E-7B13-0AA5FBC72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 u="sng" dirty="0">
                <a:cs typeface="Calibri" panose="020F0502020204030204"/>
              </a:rPr>
              <a:t>VALUE</a:t>
            </a:r>
          </a:p>
          <a:p>
            <a:pPr marL="457200" indent="-457200"/>
            <a:r>
              <a:rPr lang="en-US" dirty="0">
                <a:cs typeface="Calibri" panose="020F0502020204030204"/>
              </a:rPr>
              <a:t>Honesty</a:t>
            </a:r>
          </a:p>
          <a:p>
            <a:pPr marL="457200" indent="-457200"/>
            <a:r>
              <a:rPr lang="en-US" dirty="0">
                <a:cs typeface="Calibri" panose="020F0502020204030204"/>
              </a:rPr>
              <a:t>Spiritual growth</a:t>
            </a:r>
          </a:p>
          <a:p>
            <a:pPr marL="457200" indent="-457200"/>
            <a:r>
              <a:rPr lang="en-US" dirty="0">
                <a:cs typeface="Calibri" panose="020F0502020204030204"/>
              </a:rPr>
              <a:t>Joy/Happiness</a:t>
            </a:r>
          </a:p>
          <a:p>
            <a:pPr marL="457200" indent="-457200"/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b="1" u="sng" dirty="0">
                <a:cs typeface="Calibri" panose="020F0502020204030204"/>
              </a:rPr>
              <a:t>NON-VALUES</a:t>
            </a:r>
          </a:p>
          <a:p>
            <a:pPr marL="457200" indent="-457200"/>
            <a:r>
              <a:rPr lang="en-US" dirty="0">
                <a:ea typeface="+mn-lt"/>
                <a:cs typeface="+mn-lt"/>
              </a:rPr>
              <a:t>Unsuccessfulness/ Failure</a:t>
            </a:r>
            <a:endParaRPr lang="en-US" dirty="0">
              <a:cs typeface="Calibri" panose="020F0502020204030204"/>
            </a:endParaRPr>
          </a:p>
          <a:p>
            <a:pPr marL="457200" indent="-457200"/>
            <a:r>
              <a:rPr lang="en-US" dirty="0">
                <a:cs typeface="Calibri" panose="020F0502020204030204"/>
              </a:rPr>
              <a:t>Long period meetings</a:t>
            </a:r>
          </a:p>
          <a:p>
            <a:pPr marL="457200" indent="-457200"/>
            <a:r>
              <a:rPr lang="en-US" dirty="0">
                <a:cs typeface="Calibri" panose="020F0502020204030204"/>
              </a:rPr>
              <a:t>Pressure to meet deadlines</a:t>
            </a:r>
          </a:p>
          <a:p>
            <a:pPr marL="457200" indent="-457200"/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8510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3F707-2E38-B7F7-1CD6-CAE73866E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ea typeface="+mj-lt"/>
                <a:cs typeface="+mj-lt"/>
              </a:rPr>
              <a:t>Name 3 necessary skills that you would like to build or acquire.</a:t>
            </a:r>
            <a:endParaRPr lang="en-US" b="1" u="sng" dirty="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69E38-90B3-CF8E-7B13-0AA5FBC72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 Leadership/management skills</a:t>
            </a:r>
            <a:endParaRPr lang="en-US"/>
          </a:p>
          <a:p>
            <a:pPr marL="514350" indent="-514350">
              <a:buAutoNum type="arabicPeriod"/>
            </a:pPr>
            <a:r>
              <a:rPr lang="en-US" dirty="0">
                <a:cs typeface="Calibri" panose="020F0502020204030204"/>
              </a:rPr>
              <a:t>Social Interaction skills</a:t>
            </a:r>
          </a:p>
          <a:p>
            <a:pPr marL="514350" indent="-514350">
              <a:buAutoNum type="arabicPeriod"/>
            </a:pPr>
            <a:r>
              <a:rPr lang="en-US" dirty="0">
                <a:cs typeface="Calibri" panose="020F0502020204030204"/>
              </a:rPr>
              <a:t>Saying NO</a:t>
            </a: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20264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3F707-2E38-B7F7-1CD6-CAE73866E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ea typeface="+mj-lt"/>
                <a:cs typeface="+mj-lt"/>
              </a:rPr>
              <a:t>Name your professional objective (SMART)</a:t>
            </a:r>
            <a:endParaRPr lang="en-US" b="1" u="sng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69E38-90B3-CF8E-7B13-0AA5FBC72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cs typeface="Calibri" panose="020F0502020204030204"/>
              </a:rPr>
              <a:t>S -  </a:t>
            </a:r>
            <a:r>
              <a:rPr lang="en-US" dirty="0">
                <a:cs typeface="Calibri" panose="020F0502020204030204"/>
              </a:rPr>
              <a:t>I want to have a good paying job as a web developer in the next 2-4 years</a:t>
            </a: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>
                <a:cs typeface="Calibri" panose="020F0502020204030204"/>
              </a:rPr>
              <a:t>M -  </a:t>
            </a:r>
            <a:r>
              <a:rPr lang="en-US" dirty="0">
                <a:cs typeface="Calibri" panose="020F0502020204030204"/>
              </a:rPr>
              <a:t>I would keep on learning and working on more projects and adding them to my portfolio and CV. I can measure my progress by  challenging myself on more complex projects.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>
                <a:cs typeface="Calibri" panose="020F0502020204030204"/>
              </a:rPr>
              <a:t>A -  </a:t>
            </a:r>
            <a:r>
              <a:rPr lang="en-US" dirty="0">
                <a:cs typeface="Calibri" panose="020F0502020204030204"/>
              </a:rPr>
              <a:t>This is a very attainable goal that I plan on achieving</a:t>
            </a:r>
            <a:endParaRPr lang="en-US" b="1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>
                <a:cs typeface="Calibri" panose="020F0502020204030204"/>
              </a:rPr>
              <a:t>R -  </a:t>
            </a:r>
            <a:r>
              <a:rPr lang="en-US" dirty="0">
                <a:cs typeface="Calibri" panose="020F0502020204030204"/>
              </a:rPr>
              <a:t>It is quite relevant as it is centered around my area of specialization</a:t>
            </a: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>
                <a:cs typeface="Calibri" panose="020F0502020204030204"/>
              </a:rPr>
              <a:t>T -  </a:t>
            </a:r>
            <a:r>
              <a:rPr lang="en-US" dirty="0">
                <a:cs typeface="Calibri" panose="020F0502020204030204"/>
              </a:rPr>
              <a:t>It is not a fixed time but I believe progress will be made and my goal it will be achieved in the next 3 years.</a:t>
            </a: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41879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SELF DISCOVERY CHECKPOINT</vt:lpstr>
      <vt:lpstr>Name your 3 main technical skills and support them with arguments.</vt:lpstr>
      <vt:lpstr>Name your 3 main generic skills and support them with arguments.</vt:lpstr>
      <vt:lpstr>Name 3 of your main values and 3 of your main anti-values.</vt:lpstr>
      <vt:lpstr>Name 3 necessary skills that you would like to build or acquire.</vt:lpstr>
      <vt:lpstr>Name your professional objective (SMART)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233</cp:revision>
  <dcterms:created xsi:type="dcterms:W3CDTF">2022-06-14T08:00:36Z</dcterms:created>
  <dcterms:modified xsi:type="dcterms:W3CDTF">2022-06-14T08:49:12Z</dcterms:modified>
</cp:coreProperties>
</file>